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ya Durgani" userId="71801d58fdafdfc7" providerId="LiveId" clId="{A91903CF-79F6-4EFF-9BF5-79A53D8C0BE3}"/>
    <pc:docChg chg="modSld">
      <pc:chgData name="Bhavya Durgani" userId="71801d58fdafdfc7" providerId="LiveId" clId="{A91903CF-79F6-4EFF-9BF5-79A53D8C0BE3}" dt="2026-07-13T15:57:17.824" v="78" actId="20577"/>
      <pc:docMkLst>
        <pc:docMk/>
      </pc:docMkLst>
      <pc:sldChg chg="modSp mod">
        <pc:chgData name="Bhavya Durgani" userId="71801d58fdafdfc7" providerId="LiveId" clId="{A91903CF-79F6-4EFF-9BF5-79A53D8C0BE3}" dt="2026-07-13T15:57:17.824" v="78" actId="20577"/>
        <pc:sldMkLst>
          <pc:docMk/>
          <pc:sldMk cId="0" sldId="261"/>
        </pc:sldMkLst>
        <pc:spChg chg="mod">
          <ac:chgData name="Bhavya Durgani" userId="71801d58fdafdfc7" providerId="LiveId" clId="{A91903CF-79F6-4EFF-9BF5-79A53D8C0BE3}" dt="2026-07-13T15:56:31.118" v="42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Bhavya Durgani" userId="71801d58fdafdfc7" providerId="LiveId" clId="{A91903CF-79F6-4EFF-9BF5-79A53D8C0BE3}" dt="2026-07-13T15:57:17.824" v="78" actId="20577"/>
          <ac:spMkLst>
            <pc:docMk/>
            <pc:sldMk cId="0" sldId="261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630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1920240" cy="1920240"/>
          </a:xfrm>
          <a:prstGeom prst="ellipse">
            <a:avLst/>
          </a:prstGeom>
          <a:ln w="12700">
            <a:solidFill>
              <a:srgbClr val="3D3D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4206240"/>
            <a:ext cx="1188720" cy="1188720"/>
          </a:xfrm>
          <a:prstGeom prst="ellipse">
            <a:avLst/>
          </a:prstGeom>
          <a:ln w="12700">
            <a:solidFill>
              <a:srgbClr val="3D3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4480560"/>
            <a:ext cx="2194560" cy="2194560"/>
          </a:xfrm>
          <a:prstGeom prst="ellipse">
            <a:avLst/>
          </a:prstGeom>
          <a:ln w="12700">
            <a:solidFill>
              <a:srgbClr val="3D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" y="1051560"/>
            <a:ext cx="978408" cy="0"/>
          </a:xfrm>
          <a:prstGeom prst="line">
            <a:avLst/>
          </a:prstGeom>
          <a:noFill/>
          <a:ln w="15875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48256" y="1051560"/>
            <a:ext cx="978408" cy="0"/>
          </a:xfrm>
          <a:prstGeom prst="line">
            <a:avLst/>
          </a:prstGeom>
          <a:noFill/>
          <a:ln w="15875">
            <a:solidFill>
              <a:srgbClr val="3D3D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91256" y="1051560"/>
            <a:ext cx="978408" cy="0"/>
          </a:xfrm>
          <a:prstGeom prst="line">
            <a:avLst/>
          </a:prstGeom>
          <a:noFill/>
          <a:ln w="15875">
            <a:solidFill>
              <a:srgbClr val="3D3D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969264"/>
            <a:ext cx="164592" cy="164592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83664" y="969264"/>
            <a:ext cx="164592" cy="164592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26664" y="969264"/>
            <a:ext cx="164592" cy="164592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9664" y="96926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WORKFLOW → PRODUCTION CODE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6517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FlowForge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822960" y="3977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no-code API builder that compiles drag-and-drop backend pipelines into clean, production-ready Fastify &amp; TypeScript codebases.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5074920"/>
            <a:ext cx="3108960" cy="0"/>
          </a:xfrm>
          <a:prstGeom prst="line">
            <a:avLst/>
          </a:prstGeom>
          <a:noFill/>
          <a:ln w="12700">
            <a:solidFill>
              <a:srgbClr val="3D3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257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QuadSquad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5961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HackHazards '26  ·  Developer Tools &amp; Software Infrastructure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548640"/>
            <a:ext cx="2011680" cy="2011680"/>
          </a:xfrm>
          <a:prstGeom prst="ellipse">
            <a:avLst/>
          </a:prstGeom>
          <a:ln w="12700">
            <a:solidFill>
              <a:srgbClr val="3D3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SET OUT TO FIX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&amp; Solution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524414"/>
          </a:xfrm>
          <a:prstGeom prst="roundRect">
            <a:avLst>
              <a:gd name="adj" fmla="val 1684"/>
            </a:avLst>
          </a:prstGeom>
          <a:solidFill>
            <a:srgbClr val="232323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756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642616"/>
            <a:ext cx="82296" cy="82296"/>
          </a:xfrm>
          <a:prstGeom prst="ellipse">
            <a:avLst/>
          </a:prstGeom>
          <a:solidFill>
            <a:srgbClr val="808080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248716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boilerplate for every new backend project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3209544"/>
            <a:ext cx="82296" cy="82296"/>
          </a:xfrm>
          <a:prstGeom prst="ellipse">
            <a:avLst/>
          </a:prstGeom>
          <a:solidFill>
            <a:srgbClr val="808080"/>
          </a:solidFill>
          <a:ln/>
        </p:spPr>
      </p:sp>
      <p:sp>
        <p:nvSpPr>
          <p:cNvPr id="10" name="Text 8"/>
          <p:cNvSpPr/>
          <p:nvPr/>
        </p:nvSpPr>
        <p:spPr>
          <a:xfrm>
            <a:off x="1170432" y="305409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authentication &amp; middleware configuration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3776472"/>
            <a:ext cx="82296" cy="82296"/>
          </a:xfrm>
          <a:prstGeom prst="ellipse">
            <a:avLst/>
          </a:prstGeom>
          <a:solidFill>
            <a:srgbClr val="808080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362102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API testing and debugging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4343400"/>
            <a:ext cx="82296" cy="82296"/>
          </a:xfrm>
          <a:prstGeom prst="ellipse">
            <a:avLst/>
          </a:prstGeom>
          <a:solidFill>
            <a:srgbClr val="808080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418795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visualizing backend request flows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4910328"/>
            <a:ext cx="82296" cy="82296"/>
          </a:xfrm>
          <a:prstGeom prst="ellipse">
            <a:avLst/>
          </a:prstGeom>
          <a:solidFill>
            <a:srgbClr val="808080"/>
          </a:solidFill>
          <a:ln/>
        </p:spPr>
      </p:sp>
      <p:sp>
        <p:nvSpPr>
          <p:cNvPr id="16" name="Text 14"/>
          <p:cNvSpPr/>
          <p:nvPr/>
        </p:nvSpPr>
        <p:spPr>
          <a:xfrm>
            <a:off x="1170432" y="47548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with most no-code platforms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14400" y="5477256"/>
            <a:ext cx="82296" cy="82296"/>
          </a:xfrm>
          <a:prstGeom prst="ellipse">
            <a:avLst/>
          </a:prstGeom>
          <a:solidFill>
            <a:srgbClr val="808080"/>
          </a:solidFill>
          <a:ln/>
        </p:spPr>
      </p:sp>
      <p:sp>
        <p:nvSpPr>
          <p:cNvPr id="18" name="Text 16"/>
          <p:cNvSpPr/>
          <p:nvPr/>
        </p:nvSpPr>
        <p:spPr>
          <a:xfrm>
            <a:off x="1170432" y="532180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flexibility when extending generated apps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1783080"/>
            <a:ext cx="5394960" cy="4524414"/>
          </a:xfrm>
          <a:prstGeom prst="roundRect">
            <a:avLst>
              <a:gd name="adj" fmla="val 1684"/>
            </a:avLst>
          </a:prstGeom>
          <a:solidFill>
            <a:srgbClr val="2C2C2C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29400" y="20756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249631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 visually. Own your code completely.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629400" y="323697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885432" y="308152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canvas of modular backend nodes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629400" y="378561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885432" y="363016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workflows to standard Fastify + TypeScript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629400" y="433425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85432" y="417880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proprietary runtime — deploy anywhere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488289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85432" y="472744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turns plain English into working pipelines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629400" y="543153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885432" y="527608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execution testing before you export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629400" y="598017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885432" y="577900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 ownership, version-controlled on GitHub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HACKHAZARDS '26  ·  TEAM QUADSQUAD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103120" cy="2103120"/>
          </a:xfrm>
          <a:prstGeom prst="ellipse">
            <a:avLst/>
          </a:prstGeom>
          <a:ln w="12700">
            <a:solidFill>
              <a:srgbClr val="3D3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FlowForge Works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120140" y="2400300"/>
            <a:ext cx="9951415" cy="0"/>
          </a:xfrm>
          <a:prstGeom prst="line">
            <a:avLst/>
          </a:prstGeom>
          <a:noFill/>
          <a:ln w="15875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65960"/>
            <a:ext cx="868680" cy="868680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7" name="Image 0" descr="/home/claude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57" y="219181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99923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Trigger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82880" y="3346704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that defines the API endpoint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73654" y="1965960"/>
            <a:ext cx="868680" cy="868680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11" name="Image 1" descr="/home/claude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9511" y="219181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62174" y="299923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Guard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670734" y="3346704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JWT tokens before proceeding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661508" y="1965960"/>
            <a:ext cx="868680" cy="868680"/>
          </a:xfrm>
          <a:prstGeom prst="ellipse">
            <a:avLst/>
          </a:prstGeom>
          <a:solidFill>
            <a:srgbClr val="2C2C2C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15" name="Image 2" descr="/home/claude/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7364" y="2191817"/>
            <a:ext cx="416966" cy="41696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0028" y="299923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Sandbox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158588" y="3346704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custom logic in an isolated VM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149361" y="1965960"/>
            <a:ext cx="868680" cy="868680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19" name="Image 3" descr="/home/claude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218" y="2191817"/>
            <a:ext cx="416966" cy="41696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37881" y="299923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Database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7646441" y="3346704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PostgreSQL via Prisma ORM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10637215" y="1965960"/>
            <a:ext cx="868680" cy="868680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23" name="Image 4" descr="/home/claude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3072" y="2191817"/>
            <a:ext cx="416966" cy="41696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225735" y="299923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10134295" y="3346704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structured JSON result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4415" cy="0"/>
          </a:xfrm>
          <a:prstGeom prst="line">
            <a:avLst/>
          </a:prstGeom>
          <a:noFill/>
          <a:ln w="12700">
            <a:solidFill>
              <a:srgbClr val="3D3D3D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48640" y="44988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4919472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232323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58368" y="4919472"/>
            <a:ext cx="1700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React Flow (Frontend)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2468880" y="4919472"/>
            <a:ext cx="373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2842184" y="4919472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232323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2951912" y="4919472"/>
            <a:ext cx="1700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Fastify Workflow Engine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762424" y="4919472"/>
            <a:ext cx="373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5135728" y="4919472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232323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245456" y="4919472"/>
            <a:ext cx="1700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Live Monitoring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7055968" y="4919472"/>
            <a:ext cx="373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0"/>
          <p:cNvSpPr/>
          <p:nvPr/>
        </p:nvSpPr>
        <p:spPr>
          <a:xfrm>
            <a:off x="7429271" y="4919472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232323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538999" y="4919472"/>
            <a:ext cx="1700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Generator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9349511" y="4919472"/>
            <a:ext cx="373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3"/>
          <p:cNvSpPr/>
          <p:nvPr/>
        </p:nvSpPr>
        <p:spPr>
          <a:xfrm>
            <a:off x="9722815" y="4919472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232323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9832543" y="4919472"/>
            <a:ext cx="1700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Fastify + TS Project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HACKHAZARDS '26  ·  TEAM QUADSQUAD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937760"/>
            <a:ext cx="1737360" cy="1737360"/>
          </a:xfrm>
          <a:prstGeom prst="ellipse">
            <a:avLst/>
          </a:prstGeom>
          <a:ln w="12700">
            <a:solidFill>
              <a:srgbClr val="3D3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393338" cy="1965960"/>
          </a:xfrm>
          <a:prstGeom prst="roundRect">
            <a:avLst>
              <a:gd name="adj" fmla="val 3721"/>
            </a:avLst>
          </a:prstGeom>
          <a:solidFill>
            <a:srgbClr val="232323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39112"/>
            <a:ext cx="566928" cy="566928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7" name="Image 0" descr="/home/claude/icons/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2186513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697480"/>
            <a:ext cx="28812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Drag-and-Drop Builder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3136392"/>
            <a:ext cx="28812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complete APIs by connecting modular nodes on an interactive canvas — no manual routing.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99178" y="1783080"/>
            <a:ext cx="3393338" cy="1965960"/>
          </a:xfrm>
          <a:prstGeom prst="roundRect">
            <a:avLst>
              <a:gd name="adj" fmla="val 3721"/>
            </a:avLst>
          </a:prstGeom>
          <a:solidFill>
            <a:srgbClr val="232323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55210" y="2039112"/>
            <a:ext cx="566928" cy="566928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12" name="Image 1" descr="/home/claude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612" y="218651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5210" y="2697480"/>
            <a:ext cx="28812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Generator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655210" y="3136392"/>
            <a:ext cx="28812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 API in plain English; Groq AI / Ollama configures the nodes and connections for you.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249717" y="1783080"/>
            <a:ext cx="3393338" cy="1965960"/>
          </a:xfrm>
          <a:prstGeom prst="roundRect">
            <a:avLst>
              <a:gd name="adj" fmla="val 3721"/>
            </a:avLst>
          </a:prstGeom>
          <a:solidFill>
            <a:srgbClr val="232323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505749" y="2039112"/>
            <a:ext cx="566928" cy="566928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17" name="Image 2" descr="/home/claude/icons/z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3150" y="2186513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5749" y="2697480"/>
            <a:ext cx="28812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Testing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505749" y="3136392"/>
            <a:ext cx="28812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any workflow instantly in a built-in sandboxed environment before export.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069080"/>
            <a:ext cx="3393338" cy="1965960"/>
          </a:xfrm>
          <a:prstGeom prst="roundRect">
            <a:avLst>
              <a:gd name="adj" fmla="val 3721"/>
            </a:avLst>
          </a:prstGeom>
          <a:solidFill>
            <a:srgbClr val="2C2C2C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04672" y="4325112"/>
            <a:ext cx="566928" cy="566928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22" name="Image 3" descr="/home/claude/icons/activ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073" y="4472513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4672" y="4983480"/>
            <a:ext cx="28812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Execution Monitor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04672" y="5422392"/>
            <a:ext cx="28812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streams logs, latency and status codes as requests move through the pipeline.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99178" y="4069080"/>
            <a:ext cx="3393338" cy="1965960"/>
          </a:xfrm>
          <a:prstGeom prst="roundRect">
            <a:avLst>
              <a:gd name="adj" fmla="val 3721"/>
            </a:avLst>
          </a:prstGeom>
          <a:solidFill>
            <a:srgbClr val="2C2C2C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55210" y="4325112"/>
            <a:ext cx="566928" cy="566928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27" name="Image 4" descr="/home/claude/icons/bo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2612" y="4472513"/>
            <a:ext cx="272125" cy="2721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55210" y="4983480"/>
            <a:ext cx="28812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Code Export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655210" y="5422392"/>
            <a:ext cx="28812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compiles the canvas into a clean, editable Fastify + TypeScript project you fully own.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249717" y="4069080"/>
            <a:ext cx="3393338" cy="1965960"/>
          </a:xfrm>
          <a:prstGeom prst="roundRect">
            <a:avLst>
              <a:gd name="adj" fmla="val 3721"/>
            </a:avLst>
          </a:prstGeom>
          <a:solidFill>
            <a:srgbClr val="2C2C2C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505749" y="4325112"/>
            <a:ext cx="566928" cy="566928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32" name="Image 5" descr="/home/claude/icons/githu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3150" y="4472513"/>
            <a:ext cx="272125" cy="27212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505749" y="4983480"/>
            <a:ext cx="28812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505749" y="5422392"/>
            <a:ext cx="28812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generated projects straight to a repository via the Octokit API for version control.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HACKHAZARDS '26  ·  TEAM QUADSQUAD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4572000"/>
            <a:ext cx="1828800" cy="1828800"/>
          </a:xfrm>
          <a:prstGeom prst="ellipse">
            <a:avLst/>
          </a:prstGeom>
          <a:ln w="12700">
            <a:solidFill>
              <a:srgbClr val="3D3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 Stack &amp; Challenges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646920" y="5029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2C2C2C"/>
          </a:solidFill>
          <a:ln w="12700">
            <a:solidFill>
              <a:srgbClr val="808080"/>
            </a:solidFill>
            <a:prstDash val="solid"/>
          </a:ln>
        </p:spPr>
      </p:sp>
      <p:pic>
        <p:nvPicPr>
          <p:cNvPr id="6" name="Image 0" descr="/home/claude/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67665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68712" y="557784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TASK</a:t>
            </a:r>
            <a:endParaRPr lang="en-US" sz="850" dirty="0"/>
          </a:p>
          <a:p>
            <a:pPr marL="0" indent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Article Published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34086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286000" y="234086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· React Flow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743200"/>
            <a:ext cx="5623560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79806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286000" y="279806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Fastify · Node.js · BullMQ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200400"/>
            <a:ext cx="5623560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25526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286000" y="325526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 · Prisma ORM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657600"/>
            <a:ext cx="5623560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71246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286000" y="371246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 · Ollama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4114800"/>
            <a:ext cx="5623560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416966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286000" y="416966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572000"/>
            <a:ext cx="5623560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462686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286000" y="462686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(Octokit API)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5029200"/>
            <a:ext cx="5623560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508406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286000" y="508406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Docker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48640" y="5486400"/>
            <a:ext cx="5623560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554126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2286000" y="554126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92240" y="182880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SOLVED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492240" y="2331720"/>
            <a:ext cx="502920" cy="502920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34" name="Image 1" descr="/home/claude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999" y="2462479"/>
            <a:ext cx="241402" cy="24140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178040" y="23042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code execution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7178040" y="25786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Node.js VM sandbox instead of raw eval, preventing sandbox-escape risks.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6492240" y="3246120"/>
            <a:ext cx="502920" cy="502920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38" name="Image 2" descr="/home/claude/icons/gitbra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2999" y="3376879"/>
            <a:ext cx="241402" cy="24140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7178040" y="32186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initialization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7178040" y="34930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Git APIs threw 409 conflicts on empty repos — solved via the Contents API.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6492240" y="4160520"/>
            <a:ext cx="502920" cy="502920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42" name="Image 3" descr="/home/claude/icons/termin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999" y="4291279"/>
            <a:ext cx="241402" cy="24140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178040" y="41330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validation</a:t>
            </a:r>
            <a:endParaRPr lang="en-US" sz="1300" dirty="0"/>
          </a:p>
        </p:txBody>
      </p:sp>
      <p:sp>
        <p:nvSpPr>
          <p:cNvPr id="44" name="Text 38"/>
          <p:cNvSpPr/>
          <p:nvPr/>
        </p:nvSpPr>
        <p:spPr>
          <a:xfrm>
            <a:off x="7178040" y="44074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checks catch disconnected nodes and missing configs before execution.</a:t>
            </a:r>
            <a:endParaRPr lang="en-US" sz="1050" dirty="0"/>
          </a:p>
        </p:txBody>
      </p:sp>
      <p:sp>
        <p:nvSpPr>
          <p:cNvPr id="45" name="Text 3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HACKHAZARDS '26  ·  TEAM QUADSQUAD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731520"/>
            <a:ext cx="2103120" cy="2103120"/>
          </a:xfrm>
          <a:prstGeom prst="ellipse">
            <a:avLst/>
          </a:prstGeom>
          <a:ln w="12700">
            <a:solidFill>
              <a:srgbClr val="3D3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BEHIND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QuadSquad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799"/>
            <a:ext cx="2499284" cy="1490465"/>
          </a:xfrm>
          <a:prstGeom prst="roundRect">
            <a:avLst>
              <a:gd name="adj" fmla="val 5161"/>
            </a:avLst>
          </a:prstGeom>
          <a:solidFill>
            <a:srgbClr val="232323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3962" y="2029968"/>
            <a:ext cx="548640" cy="548640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7" name="Image 0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608" y="2172614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670048"/>
            <a:ext cx="22798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Bhavya Durgani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" y="2926080"/>
            <a:ext cx="22798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· API Design · Backend Development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413684" y="1828800"/>
            <a:ext cx="2499284" cy="1490464"/>
          </a:xfrm>
          <a:prstGeom prst="roundRect">
            <a:avLst>
              <a:gd name="adj" fmla="val 5161"/>
            </a:avLst>
          </a:prstGeom>
          <a:solidFill>
            <a:srgbClr val="232323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006" y="2029968"/>
            <a:ext cx="548640" cy="548640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12" name="Image 1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652" y="217261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3412" y="2670048"/>
            <a:ext cx="22798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Jinay Bhatt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523412" y="2926080"/>
            <a:ext cx="22798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· Frontend · Database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278728" y="1828799"/>
            <a:ext cx="2499284" cy="1490459"/>
          </a:xfrm>
          <a:prstGeom prst="roundRect">
            <a:avLst>
              <a:gd name="adj" fmla="val 5161"/>
            </a:avLst>
          </a:prstGeom>
          <a:solidFill>
            <a:srgbClr val="232323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54050" y="2029968"/>
            <a:ext cx="548640" cy="548640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17" name="Image 2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696" y="2172614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8456" y="2670048"/>
            <a:ext cx="22798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Keyur Shah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388456" y="2926080"/>
            <a:ext cx="22798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 · Workflow Builder · UI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9143771" y="1828799"/>
            <a:ext cx="2499284" cy="1490453"/>
          </a:xfrm>
          <a:prstGeom prst="roundRect">
            <a:avLst>
              <a:gd name="adj" fmla="val 5161"/>
            </a:avLst>
          </a:prstGeom>
          <a:solidFill>
            <a:srgbClr val="232323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119093" y="2029968"/>
            <a:ext cx="548640" cy="548640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22" name="Image 3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1740" y="2172614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53499" y="2670048"/>
            <a:ext cx="22798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Hitesh Chavda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9253499" y="2926080"/>
            <a:ext cx="22798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· Testing · Feature Integration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548640" y="3657600"/>
            <a:ext cx="11094415" cy="0"/>
          </a:xfrm>
          <a:prstGeom prst="line">
            <a:avLst/>
          </a:prstGeom>
          <a:noFill/>
          <a:ln w="12700">
            <a:solidFill>
              <a:srgbClr val="3D3D3D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4864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28" name="Image 4" descr="/home/claude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370832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8640" y="4818888"/>
            <a:ext cx="249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Targets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48640" y="5074920"/>
            <a:ext cx="24992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deploy to AWS Lambda, Cloudflare Workers, GCP Functions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3413684" y="4251960"/>
            <a:ext cx="457200" cy="457200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32" name="Image 5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556" y="4370832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413684" y="4818888"/>
            <a:ext cx="249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Workspaces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3413684" y="5074920"/>
            <a:ext cx="24992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multi-developer editing with version history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278728" y="4251960"/>
            <a:ext cx="457200" cy="457200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36" name="Image 6" descr="/home/claude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600" y="4370832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78728" y="4818888"/>
            <a:ext cx="249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Templates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6278728" y="5074920"/>
            <a:ext cx="24992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auth, payments &amp; CRUD pipeline starters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9143771" y="4251960"/>
            <a:ext cx="457200" cy="457200"/>
          </a:xfrm>
          <a:prstGeom prst="ellipse">
            <a:avLst/>
          </a:prstGeom>
          <a:solidFill>
            <a:srgbClr val="353535"/>
          </a:solidFill>
          <a:ln w="12700">
            <a:solidFill>
              <a:srgbClr val="3D3D3D"/>
            </a:solidFill>
            <a:prstDash val="solid"/>
          </a:ln>
        </p:spPr>
      </p:sp>
      <p:pic>
        <p:nvPicPr>
          <p:cNvPr id="40" name="Image 7" descr="/home/claude/icons/tren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2643" y="4370832"/>
            <a:ext cx="219456" cy="21945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143771" y="4818888"/>
            <a:ext cx="249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AI Assistance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9143771" y="5074920"/>
            <a:ext cx="24992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detection, optimization &amp; auto-documentation</a:t>
            </a:r>
            <a:endParaRPr lang="en-US" sz="950" dirty="0"/>
          </a:p>
        </p:txBody>
      </p:sp>
      <p:sp>
        <p:nvSpPr>
          <p:cNvPr id="43" name="Text 33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4B4B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“What if developers could design backend APIs visually — without giving up ownership of their code?”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HACKHAZARDS '26  ·  TEAM QUADSQUAD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5821528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578</Words>
  <Application>Microsoft Office PowerPoint</Application>
  <PresentationFormat>Widescreen</PresentationFormat>
  <Paragraphs>127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Bhavya Durgani</cp:lastModifiedBy>
  <cp:revision>2</cp:revision>
  <dcterms:created xsi:type="dcterms:W3CDTF">2026-07-12T19:31:16Z</dcterms:created>
  <dcterms:modified xsi:type="dcterms:W3CDTF">2026-07-13T15:57:23Z</dcterms:modified>
</cp:coreProperties>
</file>